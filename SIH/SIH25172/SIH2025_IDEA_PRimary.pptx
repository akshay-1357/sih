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Libre Franklin Medium" pitchFamily="2" charset="0"/>
      <p:regular r:id="rId14"/>
      <p:bold r:id="rId15"/>
      <p:italic r:id="rId16"/>
      <p:boldItalic r:id="rId17"/>
    </p:embeddedFont>
    <p:embeddedFont>
      <p:font typeface="Oswald" panose="00000500000000000000" pitchFamily="2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xoD2KpHHazB0N56h5bZBI+pzW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879938" y="1890804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678147" y="410039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04800" y="1433878"/>
            <a:ext cx="8534400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–SIH250172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lang="en-GB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Transformer based end-to-end  Web Application Firewall (WAF) pipeline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Blockchain and cybersecurity</a:t>
            </a:r>
            <a:endParaRPr lang="en-US"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Name: Byte Blasters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198120" y="0"/>
            <a:ext cx="10972800" cy="93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518592"/>
            <a:ext cx="3204000" cy="202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04" name="Google Shape;104;p2" descr="Your startup LOGO"/>
          <p:cNvSpPr/>
          <p:nvPr/>
        </p:nvSpPr>
        <p:spPr>
          <a:xfrm>
            <a:off x="329565" y="252095"/>
            <a:ext cx="2081530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46100" y="1722755"/>
            <a:ext cx="541909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IDEA / SOLUTION : </a:t>
            </a: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243955" y="3891915"/>
            <a:ext cx="551307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Unique Value Propositions (UVP) : </a:t>
            </a:r>
            <a:endParaRPr sz="18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243954" y="1627599"/>
            <a:ext cx="554355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Problem Resolution 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High false positive rates in traditional WAFs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Inability to detect novel attack patterns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Performance degradation with complex rule sets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Manual rule configuration and maintenance burden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Limited scalability for high-throughput environments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076315" y="1393087"/>
            <a:ext cx="5543550" cy="235267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114415" y="3908425"/>
            <a:ext cx="5543550" cy="2177415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34975" y="1470660"/>
            <a:ext cx="5543550" cy="460883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814952-2ED7-412A-88DC-2EDB5E97E831}"/>
              </a:ext>
            </a:extLst>
          </p:cNvPr>
          <p:cNvSpPr txBox="1"/>
          <p:nvPr/>
        </p:nvSpPr>
        <p:spPr>
          <a:xfrm>
            <a:off x="546099" y="2089465"/>
            <a:ext cx="5017135" cy="363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Transformer-based pipeline for anomaly detection.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Components: 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 ingestion → Parser → Transformer training → Real-time detection.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Non-blocking 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FastAPI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I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sidecar integrated with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Nginx/</a:t>
            </a: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OpenResty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Incremental fine-tuning for continuous updates.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AB68E-82D8-4A28-9A66-29AF905D8761}"/>
              </a:ext>
            </a:extLst>
          </p:cNvPr>
          <p:cNvSpPr txBox="1"/>
          <p:nvPr/>
        </p:nvSpPr>
        <p:spPr>
          <a:xfrm>
            <a:off x="6243954" y="4332850"/>
            <a:ext cx="492696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5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ML Anomaly Detector</a:t>
            </a:r>
            <a:r>
              <a:rPr lang="en-IN" sz="15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- 91%+ accuracy, pattern-based detection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IN" sz="15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Sidecar</a:t>
            </a:r>
            <a:r>
              <a:rPr lang="en-IN" sz="15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Async inference API with &lt;1ms overhead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500" b="1" i="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OpenResty</a:t>
            </a:r>
            <a:r>
              <a:rPr lang="en-IN" sz="15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WAF</a:t>
            </a:r>
            <a:r>
              <a:rPr lang="en-IN" sz="15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Non-blocking Lua-based protection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Docker Deployment</a:t>
            </a:r>
            <a:r>
              <a:rPr lang="en-IN" sz="15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One-command production setup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Complete Test Suite</a:t>
            </a:r>
            <a:r>
              <a:rPr lang="en-IN" sz="15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Unit, integration, performance tests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500" b="1" dirty="0">
                <a:latin typeface="Calibri" panose="020F0502020204030204" pitchFamily="34" charset="0"/>
                <a:cs typeface="Calibri" panose="020F0502020204030204" pitchFamily="34" charset="0"/>
              </a:rPr>
              <a:t> Demo</a:t>
            </a:r>
            <a:r>
              <a:rPr lang="en-IN" sz="15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- 15+ realistic attack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1" name="Google Shape;121;p3" descr="Your startup LOGO"/>
          <p:cNvSpPr/>
          <p:nvPr/>
        </p:nvSpPr>
        <p:spPr>
          <a:xfrm>
            <a:off x="329565" y="252095"/>
            <a:ext cx="1929765" cy="807085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09600" y="1591945"/>
            <a:ext cx="4067175" cy="4266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Python,PyTorch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dirty="0" err="1"/>
              <a:t>HuggingFace</a:t>
            </a:r>
            <a:r>
              <a:rPr lang="en-IN" sz="2000" dirty="0"/>
              <a:t> Transformers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FastAPI</a:t>
            </a:r>
            <a:r>
              <a:rPr lang="en-IN" sz="2000" dirty="0"/>
              <a:t> + </a:t>
            </a:r>
            <a:r>
              <a:rPr lang="en-IN" sz="2000" dirty="0" err="1"/>
              <a:t>Uvicorn</a:t>
            </a:r>
            <a:r>
              <a:rPr lang="en-IN" sz="2000" dirty="0"/>
              <a:t> (model sidecar)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OpenResty</a:t>
            </a:r>
            <a:r>
              <a:rPr lang="en-IN" sz="2000" dirty="0"/>
              <a:t>/Nginx (real-time traffic integration)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Docker &amp; Docker Compose (deployment)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HTML/JS Dashboard (live logs visualization)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Lua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Ngnix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Bash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WSL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124" name="Google Shape;124;p3"/>
          <p:cNvSpPr/>
          <p:nvPr/>
        </p:nvSpPr>
        <p:spPr>
          <a:xfrm>
            <a:off x="434975" y="1470660"/>
            <a:ext cx="4258310" cy="460883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476240" y="1270000"/>
            <a:ext cx="2887980" cy="33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PROCESS FLOW ARCHITECTURE</a:t>
            </a:r>
            <a:endParaRPr sz="16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20285" y="5497830"/>
            <a:ext cx="6887210" cy="58801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011420" y="5497830"/>
            <a:ext cx="6823075" cy="51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Status: 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 product built completed and further build is on progress.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Testing,Training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validation process are next to be undergone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ACD869-97F2-4A70-AB93-F14542904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957" y="1653052"/>
            <a:ext cx="4754879" cy="3562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609600" y="8128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4" descr="Your startup LOGO"/>
          <p:cNvSpPr/>
          <p:nvPr/>
        </p:nvSpPr>
        <p:spPr>
          <a:xfrm>
            <a:off x="329773" y="252246"/>
            <a:ext cx="1639704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7435F1-F96B-4FB6-A263-405D2DF09181}"/>
              </a:ext>
            </a:extLst>
          </p:cNvPr>
          <p:cNvSpPr txBox="1"/>
          <p:nvPr/>
        </p:nvSpPr>
        <p:spPr>
          <a:xfrm>
            <a:off x="329773" y="1533379"/>
            <a:ext cx="120497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Feasibility 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Minimal working prototype achievable within 48–72 hrs.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Pretrained small transformer (</a:t>
            </a:r>
            <a:r>
              <a:rPr lang="en-IN" sz="2400" dirty="0" err="1"/>
              <a:t>DistilBERT</a:t>
            </a:r>
            <a:r>
              <a:rPr lang="en-IN" sz="2400" dirty="0"/>
              <a:t>) ensures fast fine-tuning.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Async scoring avoids traffic blocking.</a:t>
            </a:r>
          </a:p>
          <a:p>
            <a:r>
              <a:rPr lang="en-IN" sz="2400" b="1" dirty="0"/>
              <a:t>Viability for Real-world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Scales to enterprise &amp; government use (plug into existing web servers).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Extensible: add attack datasets for supervised fine-tuning.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Incremental retraining → lowers operational overhead.</a:t>
            </a:r>
          </a:p>
          <a:p>
            <a:r>
              <a:rPr lang="en-IN" sz="2400" b="1" dirty="0"/>
              <a:t>Blockers / Risks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Dataset availability (synthetic benign logs provided).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Requires tuning thresholds to minimize false positives.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50;p5" descr="Your startup LOGO"/>
          <p:cNvSpPr/>
          <p:nvPr/>
        </p:nvSpPr>
        <p:spPr>
          <a:xfrm>
            <a:off x="329773" y="252246"/>
            <a:ext cx="1667839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329772" y="1739811"/>
            <a:ext cx="11388615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Benefits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🚀 </a:t>
            </a:r>
            <a:r>
              <a:rPr lang="en-IN" sz="2400" b="1" dirty="0"/>
              <a:t>Zero-day detection</a:t>
            </a:r>
            <a:r>
              <a:rPr lang="en-IN" sz="2400" dirty="0"/>
              <a:t> – ML learns patterns unseen in signatures.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⚡ </a:t>
            </a:r>
            <a:r>
              <a:rPr lang="en-IN" sz="2400" b="1" dirty="0"/>
              <a:t>Low latency</a:t>
            </a:r>
            <a:r>
              <a:rPr lang="en-IN" sz="2400" dirty="0"/>
              <a:t> – Non-blocking async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🔄 </a:t>
            </a:r>
            <a:r>
              <a:rPr lang="en-IN" sz="2400" b="1" dirty="0"/>
              <a:t>Continuous learning</a:t>
            </a:r>
            <a:r>
              <a:rPr lang="en-IN" sz="2400" dirty="0"/>
              <a:t> – Adaptive to new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📊 </a:t>
            </a:r>
            <a:r>
              <a:rPr lang="en-IN" sz="2400" b="1" dirty="0"/>
              <a:t>Real-time visibility</a:t>
            </a:r>
            <a:r>
              <a:rPr lang="en-IN" sz="2400" dirty="0"/>
              <a:t> – Dashboard for monitoring &amp; auditing.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🔐 </a:t>
            </a:r>
            <a:r>
              <a:rPr lang="en-IN" sz="2400" b="1" dirty="0"/>
              <a:t>Scalable security</a:t>
            </a:r>
            <a:r>
              <a:rPr lang="en-IN" sz="2400" dirty="0"/>
              <a:t> – Works for ISRO apps, enterprise portals, govt sites.</a:t>
            </a:r>
          </a:p>
          <a:p>
            <a:endParaRPr lang="en-IN" sz="2400" b="1" dirty="0"/>
          </a:p>
          <a:p>
            <a:r>
              <a:rPr lang="en-IN" sz="2400" b="1" dirty="0"/>
              <a:t>Impact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Enhances </a:t>
            </a:r>
            <a:r>
              <a:rPr lang="en-IN" sz="2400" b="1" dirty="0"/>
              <a:t>national-level cybersecurity resilience</a:t>
            </a:r>
            <a:r>
              <a:rPr lang="en-IN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Reduces reliance on signature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Provides a </a:t>
            </a:r>
            <a:r>
              <a:rPr lang="en-IN" sz="2400" b="1" dirty="0"/>
              <a:t>research-to-production</a:t>
            </a:r>
            <a:r>
              <a:rPr lang="en-IN" sz="2400" dirty="0"/>
              <a:t> use case for AI in security.</a:t>
            </a:r>
          </a:p>
        </p:txBody>
      </p:sp>
      <p:pic>
        <p:nvPicPr>
          <p:cNvPr id="152" name="Google Shape;1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12651" y="1351528"/>
            <a:ext cx="10222524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200" b="1" dirty="0"/>
              <a:t>&gt;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Research Papers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Vaswani et al. (2017): </a:t>
            </a:r>
            <a:r>
              <a:rPr lang="en-IN" sz="2200" i="1" dirty="0">
                <a:latin typeface="Arial" panose="020B0604020202020204" pitchFamily="34" charset="0"/>
                <a:cs typeface="Arial" panose="020B0604020202020204" pitchFamily="34" charset="0"/>
              </a:rPr>
              <a:t>Attention Is All You Need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(Transformers).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Sharafaldin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et al. (2018): </a:t>
            </a:r>
            <a:r>
              <a:rPr lang="en-IN" sz="2200" i="1" dirty="0">
                <a:latin typeface="Arial" panose="020B0604020202020204" pitchFamily="34" charset="0"/>
                <a:cs typeface="Arial" panose="020B0604020202020204" pitchFamily="34" charset="0"/>
              </a:rPr>
              <a:t>CICIDS2017 dataset for intrusion detection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Zhang et al. (2020): </a:t>
            </a:r>
            <a:r>
              <a:rPr lang="en-IN" sz="2200" i="1" dirty="0">
                <a:latin typeface="Arial" panose="020B0604020202020204" pitchFamily="34" charset="0"/>
                <a:cs typeface="Arial" panose="020B0604020202020204" pitchFamily="34" charset="0"/>
              </a:rPr>
              <a:t>Deep Learning for Web Security Anomaly Detection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&gt;Existing Tools / Competitors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ModSecurity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(rule-based WAF) → limited against zero-days.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Cloudflare WAF / AWS WAF → commercial, closed-source.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Our solution → 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open-source, Transformer-powered, hackathon-ready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&gt;References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Transformers: https://huggingface.co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OpenResty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(Nginx + Lua): https://openresty.org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ISRO Hackathon Problem Statement Docs</a:t>
            </a:r>
          </a:p>
        </p:txBody>
      </p:sp>
      <p:sp>
        <p:nvSpPr>
          <p:cNvPr id="161" name="Google Shape;161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6" descr="Your startup LOGO"/>
          <p:cNvSpPr/>
          <p:nvPr/>
        </p:nvSpPr>
        <p:spPr>
          <a:xfrm>
            <a:off x="205368" y="238575"/>
            <a:ext cx="1885071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BLASTERS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681</Words>
  <Application>Microsoft Office PowerPoint</Application>
  <PresentationFormat>Widescreen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Garamond</vt:lpstr>
      <vt:lpstr>Arial</vt:lpstr>
      <vt:lpstr>Oswald</vt:lpstr>
      <vt:lpstr>Libre Franklin Medium</vt:lpstr>
      <vt:lpstr>Times New Roman</vt:lpstr>
      <vt:lpstr>Calibri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Crowdfunder</dc:creator>
  <cp:lastModifiedBy>KiTE</cp:lastModifiedBy>
  <cp:revision>6</cp:revision>
  <dcterms:created xsi:type="dcterms:W3CDTF">2013-12-12T18:46:00Z</dcterms:created>
  <dcterms:modified xsi:type="dcterms:W3CDTF">2025-09-27T01:53:15Z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F549C18D903C4E5EBEC3E7EB818338FD_12</vt:lpwstr>
  </property>
  <property fmtid="{D5CDD505-2E9C-101B-9397-08002B2CF9AE}" pid="3" name="KSOProductBuildVer">
    <vt:lpwstr>1033-12.2.0.18165</vt:lpwstr>
  </property>
</Properties>
</file>